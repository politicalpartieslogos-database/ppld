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7DAF-9192-065A-CE97-B63898599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B7AD6-AE1F-49E3-A691-47D65221D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33365-0B73-694E-6E74-67C61488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3E0A-4E88-4D9E-9CA6-4AFF532ECF33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8DE6D-44BB-3695-F823-4747B55CC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33FC9-B307-A7E2-6F88-FAE07675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C8B86-63AF-4486-AC2F-5BB716C99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83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0DE5-C801-72B9-DB96-6E0C5A8E7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91116-0BD3-DF43-8889-DB5ACCA3B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C3E99-9971-E274-D040-7C2B9B69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3E0A-4E88-4D9E-9CA6-4AFF532ECF33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31617-4936-1088-DAD2-3D0467589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1CA67-6E2B-0AC4-D10E-E7D09386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C8B86-63AF-4486-AC2F-5BB716C99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65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3547-D1D0-0F30-B52A-A8D348A47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C7150-0B5C-44ED-AF69-7BB20F728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A9E11-A571-5509-84C0-0B8F22184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3E0A-4E88-4D9E-9CA6-4AFF532ECF33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81ACB-63AA-84C7-1C31-CD3B538E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0E63C-4E84-E6BF-0DC7-5C8C1FCA2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C8B86-63AF-4486-AC2F-5BB716C99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09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EB846-8E73-386A-4036-268821AD9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F4688-1A1B-FBF3-DA43-E179F1EE5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CB4BC-1CC1-2671-4431-FE938096F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34D56-4A7F-F3CD-7F53-8F6ABC420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3E0A-4E88-4D9E-9CA6-4AFF532ECF33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1BCC5-4E96-4E5A-EAF6-0986F2CB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D73FC-EFDC-7E0B-053E-CF8168B84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C8B86-63AF-4486-AC2F-5BB716C99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61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1487F-7BBC-D39D-FB3C-D1DC597C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42A05-3311-B7B8-FD11-9C76A56E2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9E086-2ED7-0FC3-34E6-5395BFCC6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6155AA-F11A-C4D7-EA58-E33A6B3B41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C184D-1F7B-0238-1B13-FB01FD0DF1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3B793-100B-76F0-15BF-7C5652F06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3E0A-4E88-4D9E-9CA6-4AFF532ECF33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467CA-8123-AF93-6443-86C3C4A19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8E48C-5431-C748-AF7F-343AC46F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C8B86-63AF-4486-AC2F-5BB716C99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25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38F3-513F-41D8-4F24-757CA788D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B5A9FB-0D90-5811-0FCB-49365D449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3E0A-4E88-4D9E-9CA6-4AFF532ECF33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0FD023-7DCC-76C7-4BFF-41BA25A98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57AA8-0133-BCEB-FF1D-3DD27BD58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C8B86-63AF-4486-AC2F-5BB716C99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4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93A6E4-C6E0-0FC0-8DA2-56F52356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3E0A-4E88-4D9E-9CA6-4AFF532ECF33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15C1B4-4EAA-B7EA-F4A3-63D82C28D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5D4B9-35C8-DF7D-6986-DB2CA2459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C8B86-63AF-4486-AC2F-5BB716C99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40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8496-7F2B-3ADD-15E3-2EC15E78A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28542-3FF4-7543-9EED-BF36A218D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5E893-2186-C7C8-268D-97237B288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6EBB8-564E-18D4-1C0B-36367EA82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3E0A-4E88-4D9E-9CA6-4AFF532ECF33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9C378-E473-41AC-330F-95107A3F5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CB4E9-3645-81B5-0580-0FBFF1C07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C8B86-63AF-4486-AC2F-5BB716C99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D351A-70B8-9CA8-33D1-BB58B8223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302AEE-9EE0-B2FF-BDF6-F2E6F9AE66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E0CD7-5610-C9C0-023B-6CAF93A2F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7FE82-4865-537F-7D9C-DF9AA04CF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3E0A-4E88-4D9E-9CA6-4AFF532ECF33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50B2B-A18D-7E51-5D8E-DE0DE4A2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6E9E3-B83E-A9CB-B9B8-2119DF667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C8B86-63AF-4486-AC2F-5BB716C99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03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EDB04-5C76-089B-C1F6-964236718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3F133-A23D-A4FD-DD34-31B529D2F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89BFF-E616-F212-B306-4BB0F0D10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3E0A-4E88-4D9E-9CA6-4AFF532ECF33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F19AD-3ED3-3576-BA66-1F0EE7195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E7CEE-AC33-8A0E-CA03-00BB508D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C8B86-63AF-4486-AC2F-5BB716C99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498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0C1706-A7BA-0B49-C49D-C36DFB305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D6564-7A54-3ED0-CABC-E7B9F3571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3053C-2F9B-1CEC-845F-130152C56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3E0A-4E88-4D9E-9CA6-4AFF532ECF33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71875-BD0D-A7BE-48A1-EC41F374C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EAE5A-D765-FBBF-F446-C997D33DD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C8B86-63AF-4486-AC2F-5BB716C99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2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297E70-A9A3-9665-2F51-3E11EB622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0958D-8059-BFE4-6207-82F891AAE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6757-63EE-00CC-C1C5-1C212EF6A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FF3E0A-4E88-4D9E-9CA6-4AFF532ECF33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CDE65-296F-D31E-CC5D-F47490536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FAB1A-5046-B154-CD36-8D405566E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FC8B86-63AF-4486-AC2F-5BB716C99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59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logo">
            <a:extLst>
              <a:ext uri="{FF2B5EF4-FFF2-40B4-BE49-F238E27FC236}">
                <a16:creationId xmlns:a16="http://schemas.microsoft.com/office/drawing/2014/main" id="{92888D97-0588-F980-35FA-87C7118C2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381" y="1149620"/>
            <a:ext cx="4617993" cy="46179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0B6497-ED0C-69CC-85A6-B478E5F50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381" y="6020530"/>
            <a:ext cx="5718544" cy="3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12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Spoon, Jae-Jae M</dc:creator>
  <cp:lastModifiedBy>Spoon, Jae-Jae M</cp:lastModifiedBy>
  <cp:revision>1</cp:revision>
  <dcterms:created xsi:type="dcterms:W3CDTF">2024-08-27T15:00:39Z</dcterms:created>
  <dcterms:modified xsi:type="dcterms:W3CDTF">2024-08-27T15:02:32Z</dcterms:modified>
</cp:coreProperties>
</file>